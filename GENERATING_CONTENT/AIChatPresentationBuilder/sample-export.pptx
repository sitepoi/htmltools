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600000" y="2606040"/>
            <a:ext cx="10992000" cy="894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440000" b="1" dirty="0">
                <a:solidFill>
                  <a:srgbClr val="FFFFFF"/>
                </a:solidFill>
                <a:latin typeface="Calibri"/>
              </a:rPr>
              <a:t>Sample Export</a:t>
            </a:r>
          </a:p>
        </p:txBody>
      </p:sp>
      <p:sp>
        <p:nvSpPr>
          <p:cNvPr id="3" name="Box 3"/>
          <p:cNvSpPr/>
          <p:nvPr/>
        </p:nvSpPr>
        <p:spPr>
          <a:xfrm>
            <a:off x="600000" y="3500120"/>
            <a:ext cx="10992000" cy="447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20000" dirty="0">
                <a:solidFill>
                  <a:srgbClr val="FFFFFF"/>
                </a:solidFill>
                <a:latin typeface="Calibri"/>
              </a:rPr>
              <a:t>Demo deck</a:t>
            </a:r>
          </a:p>
        </p:txBody>
      </p:sp>
      <p:sp>
        <p:nvSpPr>
          <p:cNvPr id="4" name="Box 4"/>
          <p:cNvSpPr/>
          <p:nvPr/>
        </p:nvSpPr>
        <p:spPr>
          <a:xfrm>
            <a:off x="600000" y="3947160"/>
            <a:ext cx="10992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50000" dirty="0">
                <a:solidFill>
                  <a:srgbClr val="FFFFFF"/>
                </a:solidFill>
                <a:latin typeface="Calibri"/>
              </a:rPr>
              <a:t>You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600000" y="500000"/>
            <a:ext cx="10992000" cy="568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80000" b="1" dirty="0">
                <a:solidFill>
                  <a:srgbClr val="1E293B"/>
                </a:solidFill>
                <a:latin typeface="Calibri"/>
              </a:rPr>
              <a:t>Key numbers</a:t>
            </a:r>
          </a:p>
        </p:txBody>
      </p:sp>
      <p:sp>
        <p:nvSpPr>
          <p:cNvPr id="3" name="Box 3"/>
          <p:cNvSpPr/>
          <p:nvPr/>
        </p:nvSpPr>
        <p:spPr>
          <a:xfrm>
            <a:off x="600000" y="1068960"/>
            <a:ext cx="10992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00" b="1" dirty="0">
                <a:solidFill>
                  <a:srgbClr val="1E293B"/>
                </a:solidFill>
                <a:latin typeface="Calibri"/>
              </a:rPr>
              <a:t>Users: 1250</a:t>
            </a:r>
          </a:p>
        </p:txBody>
      </p:sp>
      <p:sp>
        <p:nvSpPr>
          <p:cNvPr id="4" name="Box 4"/>
          <p:cNvSpPr/>
          <p:nvPr/>
        </p:nvSpPr>
        <p:spPr>
          <a:xfrm>
            <a:off x="600000" y="1475360"/>
            <a:ext cx="10992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00" b="1" dirty="0">
                <a:solidFill>
                  <a:srgbClr val="1E293B"/>
                </a:solidFill>
                <a:latin typeface="Calibri"/>
              </a:rPr>
              <a:t>Growth: 40%</a:t>
            </a:r>
          </a:p>
        </p:txBody>
      </p:sp>
      <p:sp>
        <p:nvSpPr>
          <p:cNvPr id="5" name="Box 5"/>
          <p:cNvSpPr/>
          <p:nvPr/>
        </p:nvSpPr>
        <p:spPr>
          <a:xfrm>
            <a:off x="600000" y="1881760"/>
            <a:ext cx="1099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00" b="1" dirty="0">
                <a:solidFill>
                  <a:srgbClr val="1E293B"/>
                </a:solidFill>
                <a:latin typeface="Calibri"/>
              </a:rPr>
              <a:t>Q1. What is 40% of 10?</a:t>
            </a:r>
          </a:p>
        </p:txBody>
      </p:sp>
      <p:sp>
        <p:nvSpPr>
          <p:cNvPr id="6" name="Box 6"/>
          <p:cNvSpPr/>
          <p:nvPr/>
        </p:nvSpPr>
        <p:spPr>
          <a:xfrm>
            <a:off x="600000" y="2247520"/>
            <a:ext cx="10992000" cy="325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00" dirty="0">
                <a:solidFill>
                  <a:srgbClr val="1E293B"/>
                </a:solidFill>
                <a:latin typeface="Calibri"/>
              </a:rPr>
              <a:t>✓ 4</a:t>
            </a:r>
          </a:p>
        </p:txBody>
      </p:sp>
      <p:sp>
        <p:nvSpPr>
          <p:cNvPr id="7" name="Box 7"/>
          <p:cNvSpPr/>
          <p:nvPr/>
        </p:nvSpPr>
        <p:spPr>
          <a:xfrm>
            <a:off x="600000" y="2572640"/>
            <a:ext cx="10992000" cy="325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60000" dirty="0">
                <a:solidFill>
                  <a:srgbClr val="1E293B"/>
                </a:solidFill>
                <a:latin typeface="Calibri"/>
              </a:rPr>
              <a:t>    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600000" y="2819400"/>
            <a:ext cx="10992000" cy="812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4000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Box 3"/>
          <p:cNvSpPr/>
          <p:nvPr/>
        </p:nvSpPr>
        <p:spPr>
          <a:xfrm>
            <a:off x="600000" y="3632200"/>
            <a:ext cx="10992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00" dirty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lin ang="16200000" scaled="0"/>
        </a:gradFill>
      </a:bgFillStyleLst>
    </a:fmtScheme>
  </a:themeElements>
  <a:objectDefaults/>
  <a:extraClrSchemeLst/>
</a:theme>
</file>